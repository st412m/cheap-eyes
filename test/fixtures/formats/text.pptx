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F8A4D73-1F4A-4F2B-9C70-CE36C0F1340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Speaker notes for slide 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2E8009-48B3-489D-80F5-915933E1A98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on the last slide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660B28-2467-42F7-AD2F-5DE498A180E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FF19B-E2FE-43C1-ADC5-D3F240C74D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FB2B8-E7C4-4EC1-B14E-901D4F8722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DD0B3AB-CC5F-4F00-87F1-8B98E8ED7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221BCF8-17BD-4FBA-B330-90C92C723A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A307773-0833-4EC1-AF62-C72934E0F0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C4A8E4B-7263-40D6-82A1-8715289A63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5F4CD3-BB71-4457-B382-11967A00BB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262D301-4F5B-4BE3-8E33-9D34C7AAB1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FFD5FEC-73EF-417E-8079-0C23C2CE08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FA51142-8B0C-40CF-87E2-4631DFBE74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5FAA26E-FFED-42AA-B917-E0B9696899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BF518C-412B-4A95-9531-5F1B622381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C9DF09-5B96-4464-9990-5A328E5925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E7C490-7CC6-4CF6-96BB-C2F294073F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74A250-2046-4D27-A7BD-4A4194828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4A44EF-634E-4EEF-B30F-C9D8A4A693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94FC86-EA57-4746-A006-A5F07CC223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FCD6F5-C007-47BC-835E-846A26CE76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2631FC-5970-4720-927C-81671C6650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2FC68D-5E91-4A7E-9F9E-103741FE01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C03858-49FC-4123-9649-0CF33A2159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8FB4BE-A5D9-4A48-A870-63A1723649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Fixture: doclines slides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Срок исполнения контракта — 27 ноября 2026 года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工作温度：−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40 ~ 105 °C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Table slide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7" name="Table 2"/>
          <p:cNvGraphicFramePr/>
          <p:nvPr/>
        </p:nvGraphicFramePr>
        <p:xfrm>
          <a:off x="914400" y="1828800"/>
          <a:ext cx="5486040" cy="18284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Temperature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Voltage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 slide text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1"/>
          <p:cNvGrpSpPr/>
          <p:nvPr/>
        </p:nvGrpSpPr>
        <p:grpSpPr>
          <a:xfrm>
            <a:off x="2302560" y="914400"/>
            <a:ext cx="1794960" cy="363960"/>
            <a:chOff x="2302560" y="914400"/>
            <a:chExt cx="1794960" cy="363960"/>
          </a:xfrm>
        </p:grpSpPr>
        <p:sp>
          <p:nvSpPr>
            <p:cNvPr id="80" name="TextBox 2"/>
            <p:cNvSpPr/>
            <p:nvPr/>
          </p:nvSpPr>
          <p:spPr>
            <a:xfrm>
              <a:off x="2302560" y="914400"/>
              <a:ext cx="17949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Grouped text box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1" name="TextBox 3"/>
          <p:cNvSpPr/>
          <p:nvPr/>
        </p:nvSpPr>
        <p:spPr>
          <a:xfrm>
            <a:off x="1336320" y="2743200"/>
            <a:ext cx="3727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password: Fixture-Not-A-Real-Secret-7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End of fixture.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